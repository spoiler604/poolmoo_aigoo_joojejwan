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7385A-AEC7-4ACA-9448-C93DFB7A9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AE0CCE-96CD-4857-B07A-B6FF1B9C4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FB8DE-0698-43B6-ADC7-1E339CFC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01707-155C-479D-81CF-66876619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97195-CDD4-46B8-BC6F-5E839CCE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72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5C5CD-0CB4-41B3-9EA1-BA2C0182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FE753-7542-4275-8EB1-D9E248EC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B14074-D5F3-48FB-B944-A4B5CCE1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63CF47-0C47-4C2D-9A8E-893CAF9C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3A2B9-13D5-4E4D-94D8-BB9EC4BA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F2A33-657A-42A4-A97F-5958BD07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27659D-1137-4561-839C-28A02A80A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0BA37-49FB-4572-B04F-F2A252308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D7C76-9986-4448-9559-18F14711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001D1-AECB-4FFB-BDEB-A2D2F9D9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44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1A52C-CF79-41AF-8929-A8579DCC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DC13C-BC1D-4E51-B1F8-5B11F2AA9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B441E-A8D2-4DEC-A8AB-46FAB806B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2442F3-78A8-498D-9FCD-9F163F9B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B01985-2152-4E6A-94F5-4E71C81B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99992E-D50C-41E5-8CCF-1CDE813F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8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0E8E3-25B7-441B-918B-18B72145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EF97E8-0CC3-462C-AEED-2656940DD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ED0B9B-5F9A-488C-B6D6-7CD9A22A8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B780BD-2D51-4E56-9643-EC989894D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E46466-4F4A-4E3A-B35D-843DDC1FB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F5E6F9-A4E9-471B-8F54-1DBE26B1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FBFE6F-E703-473D-AAB2-9D62CF1B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658DA9-90D9-40C0-8B92-621524F2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A3D63-A5DE-4519-BFB1-BD410105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58C714-5007-4AF9-BE5D-EFC1F30C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FCEB88-54CD-42E3-A99F-C697AFEC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106A-F4C5-4D08-A1EF-A3EDB731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6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EF8822-CD76-4E90-86BA-F0FE327D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30E512-1DED-4B69-81AD-7B5D49D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A06BF0-291D-4774-A333-82A5F053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95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00635-917A-4CF3-B5C6-759941CE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0E4CE0-7035-49B0-91AD-38BE1E504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3206C9-ED3D-4FE0-9828-FE79D3B90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7EEBFB-04BA-4E0C-86E5-4E50C37C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52A51D-FDCF-48A6-9895-58BA0E68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1798A3-F12A-4857-BFDC-4E685530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60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7492D-FFF1-4A90-B699-B5D178533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08AF76-5366-41DA-BE62-624969819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90450E-9B95-4C2B-A868-4886C3A45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644D65-598C-43B7-B0B8-C4F1F579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20173C-B54B-4836-9B36-5D5C718FC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011C3-BD38-497D-A615-6CE92AA3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91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9400B-CDA9-4655-847F-096DC309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8F244F-9A00-4A29-9A08-B1A76536E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91C3D-8B2A-4B5C-924E-55DF42CB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DBCF6-9A56-4FBB-BBDD-3F1D4A00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C41A0-9CF2-45E0-B6D7-8A232928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14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39E92B-0FC6-4BBD-A687-2C1860473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6CB655-EB5E-4846-979B-432EB804E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4E610-23D9-4512-91B6-3B54D045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76CFD-00E9-4D70-92F1-C1743B9D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43D759-292D-482E-984E-015609C68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36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BFE999-1CB4-4963-A07B-67466C57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8B9DCF-3A2B-4416-9B0B-27D957B82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0A670-6FDF-4A81-BF1D-1D6D5AC49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13EE4-D959-44CD-A13A-BB856E44BB7E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FA8BA-DD5E-4F2E-89F5-5D43F7159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B76CC-A600-47AB-823B-3A02F077E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DD2B9-1425-4DA9-B928-65042CF1E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85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FFEAF-57DB-45E8-8EB9-4C9210E9A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민경찬 주제관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6D9385-55A6-4105-984D-CA4A073E0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83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B2B60-167C-47DE-A3AC-FCF34073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인프라 과거 부품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89DF1A3-DE96-4FFE-877A-D769831CE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735" y="2472705"/>
            <a:ext cx="4467225" cy="3476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784727-41DF-4E47-A979-1F6FF4CCFB03}"/>
              </a:ext>
            </a:extLst>
          </p:cNvPr>
          <p:cNvSpPr txBox="1"/>
          <p:nvPr/>
        </p:nvSpPr>
        <p:spPr>
          <a:xfrm>
            <a:off x="1476462" y="6233020"/>
            <a:ext cx="373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 </a:t>
            </a:r>
            <a:r>
              <a:rPr lang="en-US" altLang="ko-KR" dirty="0"/>
              <a:t>CPU </a:t>
            </a:r>
            <a:r>
              <a:rPr lang="ko-KR" altLang="en-US" dirty="0"/>
              <a:t>인텔 </a:t>
            </a:r>
            <a:r>
              <a:rPr lang="en-US" altLang="ko-KR" dirty="0"/>
              <a:t>4004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639493-D184-4A28-885B-75FB21ED3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584" y="2472705"/>
            <a:ext cx="6096000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A4C486-FF18-4DA9-B3E9-64461515C129}"/>
              </a:ext>
            </a:extLst>
          </p:cNvPr>
          <p:cNvSpPr txBox="1"/>
          <p:nvPr/>
        </p:nvSpPr>
        <p:spPr>
          <a:xfrm>
            <a:off x="7306811" y="6233020"/>
            <a:ext cx="364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 </a:t>
            </a:r>
            <a:r>
              <a:rPr lang="en-US" altLang="ko-KR" dirty="0"/>
              <a:t>GPU </a:t>
            </a:r>
            <a:r>
              <a:rPr lang="ko-KR" altLang="en-US" dirty="0" err="1"/>
              <a:t>지포스</a:t>
            </a:r>
            <a:r>
              <a:rPr lang="ko-KR" altLang="en-US" dirty="0"/>
              <a:t> </a:t>
            </a:r>
            <a:r>
              <a:rPr lang="en-US" altLang="ko-KR" dirty="0"/>
              <a:t>256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63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0675D-EB63-49A2-BC88-191251BA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인프라 현재 부품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3A0B6D3-F260-4814-8FAA-3D4235206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233" y="2248249"/>
            <a:ext cx="5746537" cy="32324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688942-E809-434C-8680-4DC14B40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225" y="2456934"/>
            <a:ext cx="5038542" cy="2815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164F24-36D2-45D3-87EA-CEFACABB8193}"/>
              </a:ext>
            </a:extLst>
          </p:cNvPr>
          <p:cNvSpPr txBox="1"/>
          <p:nvPr/>
        </p:nvSpPr>
        <p:spPr>
          <a:xfrm>
            <a:off x="2458879" y="5780015"/>
            <a:ext cx="1795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현재의 </a:t>
            </a:r>
            <a:r>
              <a:rPr lang="en-US" altLang="ko-KR" dirty="0"/>
              <a:t>CPU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6890D-9F72-4951-90CD-FC29BC6EE394}"/>
              </a:ext>
            </a:extLst>
          </p:cNvPr>
          <p:cNvSpPr txBox="1"/>
          <p:nvPr/>
        </p:nvSpPr>
        <p:spPr>
          <a:xfrm>
            <a:off x="8590327" y="5696125"/>
            <a:ext cx="161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현재의 </a:t>
            </a:r>
            <a:r>
              <a:rPr lang="en-US" altLang="ko-KR" dirty="0"/>
              <a:t>GPU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135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33439-E367-4883-B3DD-7ED956D1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과거의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9E697B4-17A0-44F4-9ECD-A0DE104FD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65" y="2827089"/>
            <a:ext cx="5902960" cy="29388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033348-259D-4FCD-8267-E1C4DE52D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315" y="2018343"/>
            <a:ext cx="5827684" cy="3779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FEF63-FF41-4CD1-8299-EA59FBD18A73}"/>
              </a:ext>
            </a:extLst>
          </p:cNvPr>
          <p:cNvSpPr txBox="1"/>
          <p:nvPr/>
        </p:nvSpPr>
        <p:spPr>
          <a:xfrm>
            <a:off x="2793534" y="6123543"/>
            <a:ext cx="117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알렉스넷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3EC7A-47A0-448C-839F-938BB1EF7483}"/>
              </a:ext>
            </a:extLst>
          </p:cNvPr>
          <p:cNvSpPr txBox="1"/>
          <p:nvPr/>
        </p:nvSpPr>
        <p:spPr>
          <a:xfrm>
            <a:off x="8246378" y="6224631"/>
            <a:ext cx="163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엘리자</a:t>
            </a:r>
            <a:r>
              <a:rPr lang="ko-KR" altLang="en-US" dirty="0"/>
              <a:t> </a:t>
            </a:r>
            <a:r>
              <a:rPr lang="ko-KR" altLang="en-US" dirty="0" err="1"/>
              <a:t>챗봇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80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98B84-208A-4971-A02C-FB1B7417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현재의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7E8757A-B4B4-4486-B98D-30C21E2CF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75" y="1892737"/>
            <a:ext cx="4351338" cy="43513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A8B604F-F250-4CFC-A182-F248388AC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86" y="2175414"/>
            <a:ext cx="4068661" cy="40686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CFDE2F-166D-40ED-95A8-69804E2A9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1524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70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</Words>
  <Application>Microsoft Office PowerPoint</Application>
  <PresentationFormat>와이드스크린</PresentationFormat>
  <Paragraphs>11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민경찬 주제관</vt:lpstr>
      <vt:lpstr>AI 인프라 과거 부품</vt:lpstr>
      <vt:lpstr>AI 인프라 현재 부품</vt:lpstr>
      <vt:lpstr>과거의 Ai</vt:lpstr>
      <vt:lpstr>현재의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민경찬 주제관</dc:title>
  <dc:creator>전산실 PC</dc:creator>
  <cp:lastModifiedBy>전산실 PC</cp:lastModifiedBy>
  <cp:revision>4</cp:revision>
  <dcterms:created xsi:type="dcterms:W3CDTF">2026-10-27T12:04:28Z</dcterms:created>
  <dcterms:modified xsi:type="dcterms:W3CDTF">2026-10-27T12:25:41Z</dcterms:modified>
</cp:coreProperties>
</file>